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468C"/>
                </a:solidFill>
              </a:defRPr>
            </a:pPr>
            <a:r>
              <a:t>Mutual Fund Analytics Dashboard</a:t>
            </a:r>
          </a:p>
          <a:p>
            <a:pPr>
              <a:defRPr sz="2000"/>
            </a:pPr>
            <a:r>
              <a:t>Bluestock Fintech Capstone Project</a:t>
            </a:r>
          </a:p>
          <a:p>
            <a:pPr>
              <a:defRPr sz="2000"/>
            </a:pPr>
            <a:r>
              <a:t>Prepared by: Sai Ram Reddy</a:t>
            </a:r>
          </a:p>
          <a:p>
            <a:pPr>
              <a:defRPr sz="2000"/>
            </a:pPr>
            <a:r>
              <a:t>Tools: Power BI • Excel • CSV •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Built an interactive Power BI dashboard for Mutual Fund Analytics.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Analyzed Assets Under Management (AUM), NAV, SIP inflows, fund performance, and investor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Designed interactive charts, KPIs, slicers, and trend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Focused on business insights for data-driven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Page 1: Industry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Page 2: Fund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Page 3: Investor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Page 4: SIP &amp; Market Trends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4754880" cy="118872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Industry Overview</a:t>
            </a:r>
            <a:br/>
            <a:r>
              <a:t>Paste Screenshot Here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926080"/>
            <a:ext cx="4754880" cy="118872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Fund Performance</a:t>
            </a:r>
            <a:br/>
            <a:r>
              <a:t>Paste Screenshot Here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4754880" cy="118872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Investor Analytics</a:t>
            </a:r>
            <a:br/>
            <a:r>
              <a:t>Paste Screenshot 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754880"/>
            <a:ext cx="4754880" cy="118872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SIP &amp; Market Trends</a:t>
            </a:r>
            <a:br/>
            <a:r>
              <a:t>Paste Screenshot Here</a:t>
            </a:r>
          </a:p>
        </p:txBody>
      </p:sp>
      <p:pic>
        <p:nvPicPr>
          <p:cNvPr id="13" name="Picture 12" descr="Page1_Industry_Overview - Cop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938145"/>
            <a:ext cx="4822190" cy="1198245"/>
          </a:xfrm>
          <a:prstGeom prst="rect">
            <a:avLst/>
          </a:prstGeom>
        </p:spPr>
      </p:pic>
      <p:pic>
        <p:nvPicPr>
          <p:cNvPr id="14" name="Picture 13" descr="Page2_Fund_Performan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929255"/>
            <a:ext cx="4723765" cy="1210310"/>
          </a:xfrm>
          <a:prstGeom prst="rect">
            <a:avLst/>
          </a:prstGeom>
        </p:spPr>
      </p:pic>
      <p:pic>
        <p:nvPicPr>
          <p:cNvPr id="15" name="Picture 14" descr="Page3_Investor_Analyti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731520" y="4737735"/>
            <a:ext cx="4754245" cy="1217295"/>
          </a:xfrm>
          <a:prstGeom prst="rect">
            <a:avLst/>
          </a:prstGeom>
        </p:spPr>
      </p:pic>
      <p:pic>
        <p:nvPicPr>
          <p:cNvPr id="16" name="Picture 15" descr="Page4_SIP_Market_Trend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6217920" y="4754880"/>
            <a:ext cx="4707255" cy="1209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Industry AUM shows sustained long-term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SIP inflows increase consistently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Benchmark indices highlight overall market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Interactive slicers enable dynamic analysis by category, state, and investor profile.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Dashboard supports quick business intelligence and decision-making.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468C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Developed a professional end-to-end Power BI dashboard.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Implemented KPIs, trend analysis, comparisons, and interactive filtering.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Project demonstrates practical data visualization and analytics skills.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</Words>
  <Application>WPS Presentation</Application>
  <PresentationFormat>On-screen Show (4:3)</PresentationFormat>
  <Paragraphs>55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Gutha Sai Ram Reddy</cp:lastModifiedBy>
  <cp:revision>2</cp:revision>
  <dcterms:created xsi:type="dcterms:W3CDTF">2013-01-27T09:14:00Z</dcterms:created>
  <dcterms:modified xsi:type="dcterms:W3CDTF">2026-06-30T10:42:59Z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647A0BD3B1674751967EF6E562251791_12</vt:lpwstr>
  </property>
  <property fmtid="{D5CDD505-2E9C-101B-9397-08002B2CF9AE}" pid="3" name="KSOProductBuildVer">
    <vt:lpwstr>1033-12.1.0.26880</vt:lpwstr>
  </property>
</Properties>
</file>